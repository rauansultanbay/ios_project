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2" r:id="rId9"/>
    <p:sldId id="264" r:id="rId10"/>
    <p:sldId id="265" r:id="rId11"/>
    <p:sldId id="266" r:id="rId12"/>
    <p:sldId id="267" r:id="rId13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3" d="100"/>
          <a:sy n="73" d="100"/>
        </p:scale>
        <p:origin x="-1296" y="-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Заголовок 7"/>
          <p:cNvSpPr>
            <a:spLocks noGrp="1"/>
          </p:cNvSpPr>
          <p:nvPr>
            <p:ph type="ctrTitle"/>
          </p:nvPr>
        </p:nvSpPr>
        <p:spPr>
          <a:xfrm>
            <a:off x="1219200" y="3886200"/>
            <a:ext cx="6858000" cy="990600"/>
          </a:xfrm>
        </p:spPr>
        <p:txBody>
          <a:bodyPr anchor="t" anchorCtr="0"/>
          <a:lstStyle>
            <a:lvl1pPr algn="r">
              <a:defRPr sz="3200">
                <a:solidFill>
                  <a:schemeClr val="tx1"/>
                </a:solidFill>
              </a:defRPr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9" name="Подзаголовок 8"/>
          <p:cNvSpPr>
            <a:spLocks noGrp="1"/>
          </p:cNvSpPr>
          <p:nvPr>
            <p:ph type="subTitle" idx="1"/>
          </p:nvPr>
        </p:nvSpPr>
        <p:spPr>
          <a:xfrm>
            <a:off x="1219200" y="5124450"/>
            <a:ext cx="6858000" cy="533400"/>
          </a:xfrm>
        </p:spPr>
        <p:txBody>
          <a:bodyPr/>
          <a:lstStyle>
            <a:lvl1pPr marL="0" indent="0" algn="r">
              <a:buNone/>
              <a:defRPr sz="20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ru-RU" smtClean="0"/>
              <a:t>Образец подзаголовка</a:t>
            </a:r>
            <a:endParaRPr kumimoji="0" lang="en-US"/>
          </a:p>
        </p:txBody>
      </p:sp>
      <p:sp>
        <p:nvSpPr>
          <p:cNvPr id="28" name="Дата 27"/>
          <p:cNvSpPr>
            <a:spLocks noGrp="1"/>
          </p:cNvSpPr>
          <p:nvPr>
            <p:ph type="dt" sz="half" idx="10"/>
          </p:nvPr>
        </p:nvSpPr>
        <p:spPr>
          <a:xfrm>
            <a:off x="6400800" y="6355080"/>
            <a:ext cx="2286000" cy="365760"/>
          </a:xfrm>
        </p:spPr>
        <p:txBody>
          <a:bodyPr/>
          <a:lstStyle>
            <a:lvl1pPr>
              <a:defRPr sz="1400"/>
            </a:lvl1pPr>
          </a:lstStyle>
          <a:p>
            <a:fld id="{B4C71EC6-210F-42DE-9C53-41977AD35B3D}" type="datetimeFigureOut">
              <a:rPr lang="ru-RU" smtClean="0"/>
              <a:pPr/>
              <a:t>18.01.2017</a:t>
            </a:fld>
            <a:endParaRPr lang="ru-RU"/>
          </a:p>
        </p:txBody>
      </p:sp>
      <p:sp>
        <p:nvSpPr>
          <p:cNvPr id="17" name="Нижний колонтитул 16"/>
          <p:cNvSpPr>
            <a:spLocks noGrp="1"/>
          </p:cNvSpPr>
          <p:nvPr>
            <p:ph type="ftr" sz="quarter" idx="11"/>
          </p:nvPr>
        </p:nvSpPr>
        <p:spPr>
          <a:xfrm>
            <a:off x="2898648" y="6355080"/>
            <a:ext cx="3474720" cy="365760"/>
          </a:xfrm>
        </p:spPr>
        <p:txBody>
          <a:bodyPr/>
          <a:lstStyle/>
          <a:p>
            <a:endParaRPr lang="ru-RU"/>
          </a:p>
        </p:txBody>
      </p:sp>
      <p:sp>
        <p:nvSpPr>
          <p:cNvPr id="29" name="Номер слайда 28"/>
          <p:cNvSpPr>
            <a:spLocks noGrp="1"/>
          </p:cNvSpPr>
          <p:nvPr>
            <p:ph type="sldNum" sz="quarter" idx="12"/>
          </p:nvPr>
        </p:nvSpPr>
        <p:spPr>
          <a:xfrm>
            <a:off x="1216152" y="6355080"/>
            <a:ext cx="1219200" cy="365760"/>
          </a:xfrm>
        </p:spPr>
        <p:txBody>
          <a:bodyPr/>
          <a:lstStyle/>
          <a:p>
            <a:fld id="{B19B0651-EE4F-4900-A07F-96A6BFA9D0F0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21" name="Прямоугольник 20"/>
          <p:cNvSpPr/>
          <p:nvPr/>
        </p:nvSpPr>
        <p:spPr>
          <a:xfrm>
            <a:off x="904875" y="3648075"/>
            <a:ext cx="73152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3" name="Прямоугольник 32"/>
          <p:cNvSpPr/>
          <p:nvPr/>
        </p:nvSpPr>
        <p:spPr>
          <a:xfrm>
            <a:off x="914400" y="5048250"/>
            <a:ext cx="7315200" cy="685800"/>
          </a:xfrm>
          <a:prstGeom prst="rect">
            <a:avLst/>
          </a:prstGeom>
          <a:noFill/>
          <a:ln w="6350" cap="rnd" cmpd="sng" algn="ctr">
            <a:solidFill>
              <a:schemeClr val="accent2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2" name="Прямоугольник 21"/>
          <p:cNvSpPr/>
          <p:nvPr/>
        </p:nvSpPr>
        <p:spPr>
          <a:xfrm>
            <a:off x="904875" y="3648075"/>
            <a:ext cx="2286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2" name="Прямоугольник 31"/>
          <p:cNvSpPr/>
          <p:nvPr/>
        </p:nvSpPr>
        <p:spPr>
          <a:xfrm>
            <a:off x="914400" y="5048250"/>
            <a:ext cx="228600" cy="685800"/>
          </a:xfrm>
          <a:prstGeom prst="rect">
            <a:avLst/>
          </a:prstGeom>
          <a:solidFill>
            <a:schemeClr val="accent2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pPr/>
              <a:t>18.01.2017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8" name="Объект 7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4937760"/>
          </a:xfrm>
        </p:spPr>
        <p:txBody>
          <a:bodyPr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219200" y="2971800"/>
            <a:ext cx="6858000" cy="1066800"/>
          </a:xfrm>
        </p:spPr>
        <p:txBody>
          <a:bodyPr anchor="t" anchorCtr="0"/>
          <a:lstStyle>
            <a:lvl1pPr algn="r">
              <a:buNone/>
              <a:defRPr sz="3200" b="0" cap="none" baseline="0"/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1295400" y="4267200"/>
            <a:ext cx="6781800" cy="1143000"/>
          </a:xfrm>
        </p:spPr>
        <p:txBody>
          <a:bodyPr anchor="t" anchorCtr="0"/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6400800" y="6355080"/>
            <a:ext cx="2286000" cy="365760"/>
          </a:xfrm>
        </p:spPr>
        <p:txBody>
          <a:bodyPr/>
          <a:lstStyle/>
          <a:p>
            <a:fld id="{B4C71EC6-210F-42DE-9C53-41977AD35B3D}" type="datetimeFigureOut">
              <a:rPr lang="ru-RU" smtClean="0"/>
              <a:pPr/>
              <a:t>18.01.2017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2898648" y="6355080"/>
            <a:ext cx="3474720" cy="365760"/>
          </a:xfrm>
        </p:spPr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1069848" y="6355080"/>
            <a:ext cx="1520952" cy="365760"/>
          </a:xfrm>
        </p:spPr>
        <p:txBody>
          <a:bodyPr/>
          <a:lstStyle/>
          <a:p>
            <a:fld id="{B19B0651-EE4F-4900-A07F-96A6BFA9D0F0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7" name="Прямоугольник 6"/>
          <p:cNvSpPr/>
          <p:nvPr/>
        </p:nvSpPr>
        <p:spPr>
          <a:xfrm>
            <a:off x="914400" y="2819400"/>
            <a:ext cx="73152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Прямоугольник 7"/>
          <p:cNvSpPr/>
          <p:nvPr/>
        </p:nvSpPr>
        <p:spPr>
          <a:xfrm>
            <a:off x="914400" y="2819400"/>
            <a:ext cx="2286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pPr/>
              <a:t>18.01.2017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9" name="Объект 8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4041648" cy="4937760"/>
          </a:xfrm>
        </p:spPr>
        <p:txBody>
          <a:bodyPr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11" name="Объект 10"/>
          <p:cNvSpPr>
            <a:spLocks noGrp="1"/>
          </p:cNvSpPr>
          <p:nvPr>
            <p:ph sz="quarter" idx="2"/>
          </p:nvPr>
        </p:nvSpPr>
        <p:spPr>
          <a:xfrm>
            <a:off x="4632198" y="1216152"/>
            <a:ext cx="4041648" cy="4937760"/>
          </a:xfrm>
        </p:spPr>
        <p:txBody>
          <a:bodyPr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285875"/>
            <a:ext cx="4040188" cy="685800"/>
          </a:xfrm>
          <a:noFill/>
          <a:ln>
            <a:noFill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3"/>
          </p:nvPr>
        </p:nvSpPr>
        <p:spPr>
          <a:xfrm>
            <a:off x="4648200" y="1295400"/>
            <a:ext cx="4041775" cy="685800"/>
          </a:xfrm>
          <a:noFill/>
          <a:ln>
            <a:noFill/>
          </a:ln>
        </p:spPr>
        <p:txBody>
          <a:bodyPr lIns="91440" anchor="b" anchorCtr="0"/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pPr/>
              <a:t>18.01.2017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11" name="Объект 10"/>
          <p:cNvSpPr>
            <a:spLocks noGrp="1"/>
          </p:cNvSpPr>
          <p:nvPr>
            <p:ph sz="quarter" idx="2"/>
          </p:nvPr>
        </p:nvSpPr>
        <p:spPr>
          <a:xfrm>
            <a:off x="457200" y="2133600"/>
            <a:ext cx="4038600" cy="4038600"/>
          </a:xfrm>
        </p:spPr>
        <p:txBody>
          <a:bodyPr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13" name="Объект 12"/>
          <p:cNvSpPr>
            <a:spLocks noGrp="1"/>
          </p:cNvSpPr>
          <p:nvPr>
            <p:ph sz="quarter" idx="4"/>
          </p:nvPr>
        </p:nvSpPr>
        <p:spPr>
          <a:xfrm>
            <a:off x="4648200" y="2133600"/>
            <a:ext cx="4038600" cy="4038600"/>
          </a:xfrm>
        </p:spPr>
        <p:txBody>
          <a:bodyPr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pPr/>
              <a:t>18.01.2017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6" name="Равнобедренный треугольник 5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pPr/>
              <a:t>18.01.2017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5" name="Прямая соединительная линия 4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6" name="Равнобедренный треугольник 5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324600" y="304800"/>
            <a:ext cx="2514600" cy="838200"/>
          </a:xfrm>
        </p:spPr>
        <p:txBody>
          <a:bodyPr anchor="b" anchorCtr="0">
            <a:noAutofit/>
          </a:bodyPr>
          <a:lstStyle>
            <a:lvl1pPr algn="l">
              <a:buNone/>
              <a:defRPr sz="20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2"/>
          </p:nvPr>
        </p:nvSpPr>
        <p:spPr>
          <a:xfrm>
            <a:off x="6324600" y="1219200"/>
            <a:ext cx="2514600" cy="4843463"/>
          </a:xfrm>
        </p:spPr>
        <p:txBody>
          <a:bodyPr/>
          <a:lstStyle>
            <a:lvl1pPr marL="0" indent="0">
              <a:lnSpc>
                <a:spcPts val="2200"/>
              </a:lnSpc>
              <a:spcAft>
                <a:spcPts val="1000"/>
              </a:spcAft>
              <a:buNone/>
              <a:defRPr sz="1600">
                <a:solidFill>
                  <a:schemeClr val="tx2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pPr/>
              <a:t>18.01.2017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8" name="Прямая соединительная линия 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Прямая соединительная линия 9"/>
          <p:cNvSpPr>
            <a:spLocks noChangeShapeType="1"/>
          </p:cNvSpPr>
          <p:nvPr/>
        </p:nvSpPr>
        <p:spPr bwMode="auto">
          <a:xfrm rot="5400000">
            <a:off x="3160645" y="3324225"/>
            <a:ext cx="603504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Равнобедренный треугольник 8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Объект 11"/>
          <p:cNvSpPr>
            <a:spLocks noGrp="1"/>
          </p:cNvSpPr>
          <p:nvPr>
            <p:ph sz="quarter" idx="1"/>
          </p:nvPr>
        </p:nvSpPr>
        <p:spPr>
          <a:xfrm>
            <a:off x="304800" y="304800"/>
            <a:ext cx="5715000" cy="5715000"/>
          </a:xfrm>
        </p:spPr>
        <p:txBody>
          <a:bodyPr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500856"/>
            <a:ext cx="8229600" cy="674688"/>
          </a:xfrm>
          <a:ln>
            <a:solidFill>
              <a:schemeClr val="accent1"/>
            </a:solidFill>
          </a:ln>
        </p:spPr>
        <p:txBody>
          <a:bodyPr lIns="274320" anchor="ctr"/>
          <a:lstStyle>
            <a:lvl1pPr algn="r">
              <a:buNone/>
              <a:defRPr sz="2000" b="0">
                <a:solidFill>
                  <a:schemeClr val="tx1"/>
                </a:solidFill>
              </a:defRPr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457200" y="1905000"/>
            <a:ext cx="8229600" cy="4270248"/>
          </a:xfrm>
          <a:solidFill>
            <a:schemeClr val="tx1">
              <a:shade val="50000"/>
            </a:schemeClr>
          </a:solidFill>
          <a:ln>
            <a:noFill/>
          </a:ln>
          <a:effectLst/>
        </p:spPr>
        <p:txBody>
          <a:bodyPr/>
          <a:lstStyle>
            <a:lvl1pPr marL="0" indent="0">
              <a:spcBef>
                <a:spcPts val="600"/>
              </a:spcBef>
              <a:buNone/>
              <a:defRPr sz="3200"/>
            </a:lvl1pPr>
          </a:lstStyle>
          <a:p>
            <a:r>
              <a:rPr kumimoji="0" lang="ru-RU" smtClean="0"/>
              <a:t>Вставка рисунка</a:t>
            </a:r>
            <a:endParaRPr kumimoji="0" lang="en-US" dirty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219200"/>
            <a:ext cx="8229600" cy="533400"/>
          </a:xfrm>
        </p:spPr>
        <p:txBody>
          <a:bodyPr anchor="ctr" anchorCtr="0"/>
          <a:lstStyle>
            <a:lvl1pPr marL="0" indent="0" algn="l">
              <a:buFontTx/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pPr/>
              <a:t>18.01.2017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8" name="Прямая соединительная линия 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Равнобедренный треугольник 8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Прямоугольник 9"/>
          <p:cNvSpPr/>
          <p:nvPr/>
        </p:nvSpPr>
        <p:spPr>
          <a:xfrm>
            <a:off x="457200" y="500856"/>
            <a:ext cx="182880" cy="68580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pPr/>
              <a:t>18.01.2017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pPr/>
              <a:t>18.01.2017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7" name="Прямая соединительная линия 6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8" name="Равнобедренный треугольник 7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Прямая соединительная линия 8"/>
          <p:cNvSpPr>
            <a:spLocks noChangeShapeType="1"/>
          </p:cNvSpPr>
          <p:nvPr/>
        </p:nvSpPr>
        <p:spPr bwMode="auto">
          <a:xfrm rot="5400000">
            <a:off x="3629607" y="3201952"/>
            <a:ext cx="585216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Заголовок 2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</p:spPr>
        <p:txBody>
          <a:bodyPr vert="horz" anchor="b" anchorCtr="0">
            <a:normAutofit/>
          </a:bodyPr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13" name="Текст 12"/>
          <p:cNvSpPr>
            <a:spLocks noGrp="1"/>
          </p:cNvSpPr>
          <p:nvPr>
            <p:ph type="body" idx="1"/>
          </p:nvPr>
        </p:nvSpPr>
        <p:spPr>
          <a:xfrm>
            <a:off x="457200" y="1219200"/>
            <a:ext cx="8229600" cy="4910328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ru-RU" smtClean="0"/>
              <a:t>Образец текста</a:t>
            </a:r>
          </a:p>
          <a:p>
            <a:pPr lvl="1" eaLnBrk="1" latinLnBrk="0" hangingPunct="1"/>
            <a:r>
              <a:rPr kumimoji="0" lang="ru-RU" smtClean="0"/>
              <a:t>Второй уровень</a:t>
            </a:r>
          </a:p>
          <a:p>
            <a:pPr lvl="2" eaLnBrk="1" latinLnBrk="0" hangingPunct="1"/>
            <a:r>
              <a:rPr kumimoji="0" lang="ru-RU" smtClean="0"/>
              <a:t>Третий уровень</a:t>
            </a:r>
          </a:p>
          <a:p>
            <a:pPr lvl="3" eaLnBrk="1" latinLnBrk="0" hangingPunct="1"/>
            <a:r>
              <a:rPr kumimoji="0" lang="ru-RU" smtClean="0"/>
              <a:t>Четвертый уровень</a:t>
            </a:r>
          </a:p>
          <a:p>
            <a:pPr lvl="4" eaLnBrk="1" latinLnBrk="0" hangingPunct="1"/>
            <a:r>
              <a:rPr kumimoji="0" lang="ru-RU" smtClean="0"/>
              <a:t>Пятый уровень</a:t>
            </a:r>
            <a:endParaRPr kumimoji="0" lang="en-US"/>
          </a:p>
        </p:txBody>
      </p:sp>
      <p:sp>
        <p:nvSpPr>
          <p:cNvPr id="14" name="Дата 13"/>
          <p:cNvSpPr>
            <a:spLocks noGrp="1"/>
          </p:cNvSpPr>
          <p:nvPr>
            <p:ph type="dt" sz="half" idx="2"/>
          </p:nvPr>
        </p:nvSpPr>
        <p:spPr>
          <a:xfrm>
            <a:off x="6400800" y="6356350"/>
            <a:ext cx="2289048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B4C71EC6-210F-42DE-9C53-41977AD35B3D}" type="datetimeFigureOut">
              <a:rPr lang="ru-RU" smtClean="0"/>
              <a:pPr/>
              <a:t>18.01.2017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3"/>
          </p:nvPr>
        </p:nvSpPr>
        <p:spPr>
          <a:xfrm>
            <a:off x="2898648" y="6356350"/>
            <a:ext cx="3505200" cy="36576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23" name="Номер слайда 22"/>
          <p:cNvSpPr>
            <a:spLocks noGrp="1"/>
          </p:cNvSpPr>
          <p:nvPr>
            <p:ph type="sldNum" sz="quarter" idx="4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B19B0651-EE4F-4900-A07F-96A6BFA9D0F0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28" name="Прямая соединительная линия 2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9" name="Прямая соединительная линия 28"/>
          <p:cNvSpPr>
            <a:spLocks noChangeShapeType="1"/>
          </p:cNvSpPr>
          <p:nvPr/>
        </p:nvSpPr>
        <p:spPr bwMode="auto">
          <a:xfrm>
            <a:off x="457200" y="1143000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Равнобедренный треугольник 9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rtl="0" eaLnBrk="1" latinLnBrk="0" hangingPunct="1">
        <a:spcBef>
          <a:spcPct val="0"/>
        </a:spcBef>
        <a:buNone/>
        <a:defRPr kumimoji="0" sz="32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6000"/>
        <a:buFont typeface="Wingdings 3"/>
        <a:buChar char="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74320" algn="l" rtl="0" eaLnBrk="1" latinLnBrk="0" hangingPunct="1">
        <a:spcBef>
          <a:spcPts val="500"/>
        </a:spcBef>
        <a:buClr>
          <a:schemeClr val="accent2"/>
        </a:buClr>
        <a:buSzPct val="76000"/>
        <a:buFont typeface="Wingdings 3"/>
        <a:buChar char=""/>
        <a:defRPr kumimoji="0" sz="2300" kern="1200">
          <a:solidFill>
            <a:schemeClr val="tx2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500"/>
        </a:spcBef>
        <a:buClr>
          <a:schemeClr val="bg1">
            <a:shade val="50000"/>
          </a:schemeClr>
        </a:buClr>
        <a:buSzPct val="76000"/>
        <a:buFont typeface="Wingdings 3"/>
        <a:buChar char="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400"/>
        </a:spcBef>
        <a:buClr>
          <a:schemeClr val="accent2">
            <a:shade val="75000"/>
          </a:schemeClr>
        </a:buClr>
        <a:buSzPct val="70000"/>
        <a:buFont typeface="Wingdings"/>
        <a:buChar char="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00"/>
        </a:spcBef>
        <a:buClr>
          <a:schemeClr val="accent2"/>
        </a:buClr>
        <a:buSzPct val="70000"/>
        <a:buFont typeface="Wingdings"/>
        <a:buChar char="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182880" algn="l" rtl="0" eaLnBrk="1" latinLnBrk="0" hangingPunct="1">
        <a:spcBef>
          <a:spcPts val="300"/>
        </a:spcBef>
        <a:buClr>
          <a:srgbClr val="9FB8CD">
            <a:shade val="75000"/>
          </a:srgbClr>
        </a:buClr>
        <a:buSzPct val="75000"/>
        <a:buFont typeface="Wingdings 3"/>
        <a:buChar char=""/>
        <a:defRPr kumimoji="0" lang="en-US" sz="1600" kern="1200" smtClean="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rgbClr val="727CA3">
            <a:shade val="75000"/>
          </a:srgb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7pPr>
      <a:lvl8pPr marL="2011680" indent="-182880" algn="l" rtl="0" eaLnBrk="1" latinLnBrk="0" hangingPunct="1">
        <a:spcBef>
          <a:spcPts val="300"/>
        </a:spcBef>
        <a:buClr>
          <a:prstClr val="white">
            <a:shade val="50000"/>
          </a:prst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8pPr>
      <a:lvl9pPr marL="2194560" indent="-182880" algn="l" rtl="0" eaLnBrk="1" latinLnBrk="0" hangingPunct="1">
        <a:spcBef>
          <a:spcPts val="300"/>
        </a:spcBef>
        <a:buClr>
          <a:srgbClr val="9FB8CD"/>
        </a:buClr>
        <a:buSzPct val="75000"/>
        <a:buFont typeface="Wingdings 3"/>
        <a:buChar char=""/>
        <a:defRPr kumimoji="0" lang="en-US" sz="1200" kern="1200" smtClean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Заголовок 13"/>
          <p:cNvSpPr>
            <a:spLocks noGrp="1"/>
          </p:cNvSpPr>
          <p:nvPr>
            <p:ph type="title"/>
          </p:nvPr>
        </p:nvSpPr>
        <p:spPr>
          <a:xfrm>
            <a:off x="755576" y="1556792"/>
            <a:ext cx="3008313" cy="2075830"/>
          </a:xfrm>
        </p:spPr>
        <p:txBody>
          <a:bodyPr>
            <a:normAutofit/>
          </a:bodyPr>
          <a:lstStyle/>
          <a:p>
            <a:r>
              <a:rPr lang="kk-KZ" sz="4400" dirty="0" smtClean="0">
                <a:latin typeface="Arial" pitchFamily="34" charset="0"/>
                <a:cs typeface="Arial" pitchFamily="34" charset="0"/>
              </a:rPr>
              <a:t>Қазақ Елі</a:t>
            </a:r>
            <a:endParaRPr lang="ru-RU" sz="44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5" name="Текст 14"/>
          <p:cNvSpPr>
            <a:spLocks noGrp="1"/>
          </p:cNvSpPr>
          <p:nvPr>
            <p:ph type="body" idx="2"/>
          </p:nvPr>
        </p:nvSpPr>
        <p:spPr>
          <a:xfrm>
            <a:off x="5148064" y="4077072"/>
            <a:ext cx="3008313" cy="536923"/>
          </a:xfrm>
        </p:spPr>
        <p:txBody>
          <a:bodyPr>
            <a:noAutofit/>
          </a:bodyPr>
          <a:lstStyle/>
          <a:p>
            <a:r>
              <a:rPr lang="en-GB" sz="2000" dirty="0" err="1" smtClean="0"/>
              <a:t>Ruslan</a:t>
            </a:r>
            <a:r>
              <a:rPr lang="en-GB" sz="2000" dirty="0" smtClean="0"/>
              <a:t> </a:t>
            </a:r>
            <a:r>
              <a:rPr lang="en-GB" sz="2000" dirty="0" err="1" smtClean="0"/>
              <a:t>Akzholbek</a:t>
            </a:r>
            <a:r>
              <a:rPr lang="en-GB" sz="2000" dirty="0" smtClean="0"/>
              <a:t> </a:t>
            </a:r>
          </a:p>
          <a:p>
            <a:r>
              <a:rPr lang="en-GB" sz="2000" dirty="0" err="1" smtClean="0"/>
              <a:t>Leskhan</a:t>
            </a:r>
            <a:r>
              <a:rPr lang="en-GB" sz="2000" dirty="0" smtClean="0"/>
              <a:t> </a:t>
            </a:r>
            <a:r>
              <a:rPr lang="en-GB" sz="2000" dirty="0" err="1" smtClean="0"/>
              <a:t>Karataev</a:t>
            </a:r>
            <a:r>
              <a:rPr lang="en-GB" sz="2000" dirty="0" smtClean="0"/>
              <a:t> </a:t>
            </a:r>
            <a:endParaRPr lang="ru-RU" sz="2000" dirty="0"/>
          </a:p>
        </p:txBody>
      </p:sp>
      <p:pic>
        <p:nvPicPr>
          <p:cNvPr id="13" name="Объект 12"/>
          <p:cNvPicPr>
            <a:picLocks noGrp="1" noChangeAspect="1"/>
          </p:cNvPicPr>
          <p:nvPr>
            <p:ph sz="quarter"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5076056" y="1052736"/>
            <a:ext cx="2540000" cy="2540000"/>
          </a:xfrm>
        </p:spPr>
      </p:pic>
    </p:spTree>
    <p:extLst>
      <p:ext uri="{BB962C8B-B14F-4D97-AF65-F5344CB8AC3E}">
        <p14:creationId xmlns:p14="http://schemas.microsoft.com/office/powerpoint/2010/main" xmlns="" val="34489432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Description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GB" dirty="0" smtClean="0"/>
              <a:t>“</a:t>
            </a:r>
            <a:r>
              <a:rPr lang="kk-KZ" dirty="0" smtClean="0"/>
              <a:t>Қазақ елі</a:t>
            </a:r>
            <a:r>
              <a:rPr lang="en-GB" dirty="0" smtClean="0"/>
              <a:t>”</a:t>
            </a:r>
            <a:r>
              <a:rPr lang="kk-KZ" dirty="0" smtClean="0"/>
              <a:t> </a:t>
            </a:r>
            <a:r>
              <a:rPr lang="en-GB" dirty="0" smtClean="0"/>
              <a:t>is a mobile application by which you will get your knowledge level in History of Kazakh Khanate and Kazakh national tradition. 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xmlns="" val="40391942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Problem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GB" dirty="0" smtClean="0"/>
              <a:t>In today`s life, most of our teenagers do not have even simple meanings about our traditions and history. We </a:t>
            </a:r>
            <a:r>
              <a:rPr lang="en-US" dirty="0" smtClean="0"/>
              <a:t>are imitating to West countries, so that day by day we are forgetting our </a:t>
            </a:r>
            <a:r>
              <a:rPr lang="en-GB" dirty="0" smtClean="0"/>
              <a:t>culture. 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xmlns="" val="41310741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Solution</a:t>
            </a:r>
            <a:endParaRPr lang="ru-RU" dirty="0"/>
          </a:p>
        </p:txBody>
      </p:sp>
      <p:sp>
        <p:nvSpPr>
          <p:cNvPr id="2" name="Объект 1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Our questionnaire application can help to solve these problems, because:</a:t>
            </a:r>
          </a:p>
          <a:p>
            <a:pPr marL="457200" indent="-457200">
              <a:buAutoNum type="arabicPeriod"/>
            </a:pPr>
            <a:r>
              <a:rPr lang="en-US" dirty="0" smtClean="0"/>
              <a:t>Simple but important questions</a:t>
            </a:r>
          </a:p>
          <a:p>
            <a:pPr marL="457200" indent="-457200">
              <a:buAutoNum type="arabicPeriod"/>
            </a:pPr>
            <a:r>
              <a:rPr lang="en-US" dirty="0" smtClean="0"/>
              <a:t>Modernized </a:t>
            </a:r>
          </a:p>
          <a:p>
            <a:pPr marL="457200" indent="-457200">
              <a:buAutoNum type="arabicPeriod"/>
            </a:pPr>
            <a:r>
              <a:rPr lang="en-US" dirty="0" smtClean="0"/>
              <a:t>Easy to use</a:t>
            </a:r>
          </a:p>
          <a:p>
            <a:pPr marL="457200" indent="-457200">
              <a:buAutoNum type="arabicPeriod"/>
            </a:pPr>
            <a:r>
              <a:rPr lang="en-US" dirty="0" smtClean="0"/>
              <a:t>Only reliable information</a:t>
            </a:r>
          </a:p>
          <a:p>
            <a:pPr marL="457200" indent="-457200">
              <a:buAutoNum type="arabicPeriod"/>
            </a:pPr>
            <a:r>
              <a:rPr lang="en-US" dirty="0" smtClean="0"/>
              <a:t>Spectacular 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xmlns="" val="30556364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Mockup screens</a:t>
            </a:r>
            <a:endParaRPr lang="ru-RU" dirty="0"/>
          </a:p>
        </p:txBody>
      </p:sp>
      <p:sp>
        <p:nvSpPr>
          <p:cNvPr id="5" name="Подзаголовок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27282568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7" name="Объект 6"/>
          <p:cNvPicPr>
            <a:picLocks noGrp="1" noChangeAspect="1"/>
          </p:cNvPicPr>
          <p:nvPr>
            <p:ph sz="quarter"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07504" y="260648"/>
            <a:ext cx="2714334" cy="6043874"/>
          </a:xfrm>
        </p:spPr>
      </p:pic>
      <p:pic>
        <p:nvPicPr>
          <p:cNvPr id="13" name="Объект 12"/>
          <p:cNvPicPr>
            <a:picLocks noGrp="1" noChangeAspect="1"/>
          </p:cNvPicPr>
          <p:nvPr>
            <p:ph sz="quarter" idx="2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3131840" y="260647"/>
            <a:ext cx="2664296" cy="6107623"/>
          </a:xfrm>
        </p:spPr>
      </p:pic>
      <p:pic>
        <p:nvPicPr>
          <p:cNvPr id="14" name="Рисунок 1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6228184" y="260648"/>
            <a:ext cx="2664296" cy="61076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3430279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Onboarding Screens</a:t>
            </a:r>
            <a:endParaRPr lang="ru-RU" dirty="0"/>
          </a:p>
        </p:txBody>
      </p:sp>
      <p:sp>
        <p:nvSpPr>
          <p:cNvPr id="5" name="Подзаголовок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35800733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7" name="Объект 6"/>
          <p:cNvPicPr>
            <a:picLocks noGrp="1" noChangeAspect="1"/>
          </p:cNvPicPr>
          <p:nvPr>
            <p:ph sz="quarter"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07504" y="1268760"/>
            <a:ext cx="2775745" cy="4937125"/>
          </a:xfrm>
        </p:spPr>
      </p:pic>
      <p:pic>
        <p:nvPicPr>
          <p:cNvPr id="8" name="Рисунок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2987824" y="1289169"/>
            <a:ext cx="2935961" cy="4896544"/>
          </a:xfrm>
          <a:prstGeom prst="rect">
            <a:avLst/>
          </a:prstGeom>
        </p:spPr>
      </p:pic>
      <p:pic>
        <p:nvPicPr>
          <p:cNvPr id="12" name="Рисунок 1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6158388" y="1289169"/>
            <a:ext cx="2752929" cy="48965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7032147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Why is better?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GB" dirty="0" smtClean="0"/>
              <a:t>As we checked from </a:t>
            </a:r>
            <a:r>
              <a:rPr lang="en-GB" dirty="0" err="1" smtClean="0"/>
              <a:t>AppStore</a:t>
            </a:r>
            <a:r>
              <a:rPr lang="en-GB" dirty="0" smtClean="0"/>
              <a:t>, we couldn`t find such kind of applications. So our app will be the first in such direction.</a:t>
            </a:r>
          </a:p>
          <a:p>
            <a:r>
              <a:rPr lang="en-GB" dirty="0"/>
              <a:t>Our app will be easy to use, so people will be interested on it. </a:t>
            </a:r>
          </a:p>
          <a:p>
            <a:r>
              <a:rPr lang="en-GB" dirty="0" smtClean="0"/>
              <a:t>We used questionnaire method, because it`s most useful way to remember information.</a:t>
            </a:r>
          </a:p>
          <a:p>
            <a:endParaRPr lang="en-GB" dirty="0" smtClean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xmlns="" val="6653844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Market Size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Our target audience will be every people who interested in developing their knowledge in history and traditions of </a:t>
            </a:r>
            <a:r>
              <a:rPr lang="en-US" dirty="0"/>
              <a:t>K</a:t>
            </a:r>
            <a:r>
              <a:rPr lang="en-US" dirty="0" smtClean="0"/>
              <a:t>azakhstan. 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xmlns="" val="12254081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Business model</a:t>
            </a:r>
            <a:endParaRPr lang="ru-RU" dirty="0"/>
          </a:p>
        </p:txBody>
      </p:sp>
      <p:pic>
        <p:nvPicPr>
          <p:cNvPr id="4" name="Объект 3"/>
          <p:cNvPicPr>
            <a:picLocks noGrp="1" noChangeAspect="1"/>
          </p:cNvPicPr>
          <p:nvPr>
            <p:ph sz="quarter"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457200" y="1377829"/>
            <a:ext cx="8229600" cy="4619866"/>
          </a:xfrm>
        </p:spPr>
      </p:pic>
    </p:spTree>
    <p:extLst>
      <p:ext uri="{BB962C8B-B14F-4D97-AF65-F5344CB8AC3E}">
        <p14:creationId xmlns:p14="http://schemas.microsoft.com/office/powerpoint/2010/main" xmlns="" val="37786039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Marketing Plan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First of all we should check if our app is working without any mistakes. If everything is ok, we will ask from our friends from </a:t>
            </a:r>
            <a:r>
              <a:rPr lang="en-US" dirty="0" err="1" smtClean="0"/>
              <a:t>YuFrame</a:t>
            </a:r>
            <a:r>
              <a:rPr lang="en-US" dirty="0"/>
              <a:t> </a:t>
            </a:r>
            <a:r>
              <a:rPr lang="en-US" dirty="0" smtClean="0"/>
              <a:t>to advertise our application in short video. </a:t>
            </a:r>
            <a:endParaRPr lang="en-US" dirty="0"/>
          </a:p>
          <a:p>
            <a:r>
              <a:rPr lang="en-US" dirty="0" smtClean="0"/>
              <a:t>Why </a:t>
            </a:r>
            <a:r>
              <a:rPr lang="en-US" dirty="0" err="1" smtClean="0"/>
              <a:t>Yuframe</a:t>
            </a:r>
            <a:r>
              <a:rPr lang="en-US" dirty="0" smtClean="0"/>
              <a:t>? Because they have more than two million audience, that are interested in their vines. I think this will be a good way and reliable way.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xmlns="" val="16529925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Начальная">
  <a:themeElements>
    <a:clrScheme name="Начальная">
      <a:dk1>
        <a:sysClr val="windowText" lastClr="000000"/>
      </a:dk1>
      <a:lt1>
        <a:sysClr val="window" lastClr="FFFFFF"/>
      </a:lt1>
      <a:dk2>
        <a:srgbClr val="464653"/>
      </a:dk2>
      <a:lt2>
        <a:srgbClr val="DDE9EC"/>
      </a:lt2>
      <a:accent1>
        <a:srgbClr val="727CA3"/>
      </a:accent1>
      <a:accent2>
        <a:srgbClr val="9FB8CD"/>
      </a:accent2>
      <a:accent3>
        <a:srgbClr val="D2DA7A"/>
      </a:accent3>
      <a:accent4>
        <a:srgbClr val="FADA7A"/>
      </a:accent4>
      <a:accent5>
        <a:srgbClr val="B88472"/>
      </a:accent5>
      <a:accent6>
        <a:srgbClr val="8E736A"/>
      </a:accent6>
      <a:hlink>
        <a:srgbClr val="B292CA"/>
      </a:hlink>
      <a:folHlink>
        <a:srgbClr val="6B5680"/>
      </a:folHlink>
    </a:clrScheme>
    <a:fontScheme name="Начальная">
      <a:majorFont>
        <a:latin typeface="Bookman Old Style"/>
        <a:ea typeface=""/>
        <a:cs typeface=""/>
        <a:font script="Grek" typeface="Cambria"/>
        <a:font script="Cyrl" typeface="Cambria"/>
        <a:font script="Jpan" typeface="HG明朝E"/>
        <a:font script="Hang" typeface="돋움"/>
        <a:font script="Hans" typeface="宋体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/>
        <a:ea typeface=""/>
        <a:cs typeface=""/>
        <a:font script="Grek" typeface="Calibri"/>
        <a:font script="Cyrl" typeface="Calibri"/>
        <a:font script="Jpan" typeface="ＭＳ Ｐゴシック"/>
        <a:font script="Hang" typeface="맑은 고딕"/>
        <a:font script="Hans" typeface="华文新魏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Начальная">
      <a:fillStyleLst>
        <a:solidFill>
          <a:schemeClr val="phClr"/>
        </a:solidFill>
        <a:gradFill rotWithShape="1">
          <a:gsLst>
            <a:gs pos="0">
              <a:schemeClr val="phClr">
                <a:tint val="45000"/>
                <a:satMod val="200000"/>
              </a:schemeClr>
            </a:gs>
            <a:gs pos="30000">
              <a:schemeClr val="phClr">
                <a:tint val="61000"/>
                <a:satMod val="200000"/>
              </a:schemeClr>
            </a:gs>
            <a:gs pos="45000">
              <a:schemeClr val="phClr">
                <a:tint val="66000"/>
                <a:satMod val="200000"/>
              </a:schemeClr>
            </a:gs>
            <a:gs pos="55000">
              <a:schemeClr val="phClr">
                <a:tint val="66000"/>
                <a:satMod val="200000"/>
              </a:schemeClr>
            </a:gs>
            <a:gs pos="73000">
              <a:schemeClr val="phClr">
                <a:tint val="61000"/>
                <a:satMod val="200000"/>
              </a:schemeClr>
            </a:gs>
            <a:gs pos="100000">
              <a:schemeClr val="phClr">
                <a:tint val="45000"/>
                <a:satMod val="200000"/>
              </a:schemeClr>
            </a:gs>
          </a:gsLst>
          <a:lin ang="950000" scaled="1"/>
        </a:gradFill>
        <a:gradFill rotWithShape="1">
          <a:gsLst>
            <a:gs pos="0">
              <a:schemeClr val="phClr">
                <a:shade val="63000"/>
              </a:schemeClr>
            </a:gs>
            <a:gs pos="30000">
              <a:schemeClr val="phClr">
                <a:shade val="90000"/>
                <a:satMod val="110000"/>
              </a:schemeClr>
            </a:gs>
            <a:gs pos="45000">
              <a:schemeClr val="phClr">
                <a:shade val="100000"/>
                <a:satMod val="118000"/>
              </a:schemeClr>
            </a:gs>
            <a:gs pos="55000">
              <a:schemeClr val="phClr">
                <a:shade val="100000"/>
                <a:satMod val="118000"/>
              </a:schemeClr>
            </a:gs>
            <a:gs pos="73000">
              <a:schemeClr val="phClr">
                <a:shade val="90000"/>
                <a:satMod val="110000"/>
              </a:schemeClr>
            </a:gs>
            <a:gs pos="100000">
              <a:schemeClr val="phClr">
                <a:shade val="63000"/>
              </a:schemeClr>
            </a:gs>
          </a:gsLst>
          <a:lin ang="950000" scaled="1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43000" dir="5400000" rotWithShape="0">
              <a:srgbClr val="000000">
                <a:alpha val="40000"/>
              </a:srgbClr>
            </a:outerShdw>
          </a:effectLst>
          <a:scene3d>
            <a:camera prst="orthographicFront" fov="0">
              <a:rot lat="0" lon="0" rev="0"/>
            </a:camera>
            <a:lightRig rig="balanced" dir="t">
              <a:rot lat="0" lon="0" rev="0"/>
            </a:lightRig>
          </a:scene3d>
          <a:sp3d prstMaterial="matte">
            <a:bevelT w="0" h="0"/>
            <a:contourClr>
              <a:schemeClr val="phClr">
                <a:tint val="100000"/>
                <a:shade val="100000"/>
                <a:hueMod val="100000"/>
                <a:satMod val="100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scene3d>
            <a:camera prst="orthographicFront" fov="0">
              <a:rot lat="0" lon="0" rev="0"/>
            </a:camera>
            <a:lightRig rig="soft" dir="t">
              <a:rot lat="0" lon="0" rev="2700000"/>
            </a:lightRig>
          </a:scene3d>
          <a:sp3d prstMaterial="matte">
            <a:bevelT w="50800" h="508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60000"/>
                <a:satMod val="300000"/>
              </a:schemeClr>
            </a:gs>
            <a:gs pos="30000">
              <a:schemeClr val="phClr">
                <a:shade val="80000"/>
                <a:satMod val="230000"/>
              </a:schemeClr>
            </a:gs>
            <a:gs pos="100000">
              <a:schemeClr val="phClr">
                <a:tint val="97000"/>
                <a:satMod val="22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6000"/>
                <a:satMod val="120000"/>
              </a:schemeClr>
              <a:schemeClr val="phClr">
                <a:tint val="90000"/>
              </a:schemeClr>
            </a:duotone>
          </a:blip>
          <a:tile tx="0" ty="0" sx="35000" sy="40000" flip="x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Origin</Template>
  <TotalTime>155</TotalTime>
  <Words>254</Words>
  <Application>Microsoft Office PowerPoint</Application>
  <PresentationFormat>Экран (4:3)</PresentationFormat>
  <Paragraphs>26</Paragraphs>
  <Slides>12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13" baseType="lpstr">
      <vt:lpstr>Начальная</vt:lpstr>
      <vt:lpstr>Қазақ Елі</vt:lpstr>
      <vt:lpstr>Description</vt:lpstr>
      <vt:lpstr>Problem</vt:lpstr>
      <vt:lpstr>Solution</vt:lpstr>
      <vt:lpstr>Mockup screens</vt:lpstr>
      <vt:lpstr>Слайд 6</vt:lpstr>
      <vt:lpstr>Onboarding Screens</vt:lpstr>
      <vt:lpstr>Слайд 8</vt:lpstr>
      <vt:lpstr>Why is better?</vt:lpstr>
      <vt:lpstr>Market Size</vt:lpstr>
      <vt:lpstr>Business model</vt:lpstr>
      <vt:lpstr>Marketing Plan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Қазақ Елі</dc:title>
  <dc:creator>aser</dc:creator>
  <cp:lastModifiedBy>user</cp:lastModifiedBy>
  <cp:revision>13</cp:revision>
  <dcterms:created xsi:type="dcterms:W3CDTF">2016-12-03T18:19:55Z</dcterms:created>
  <dcterms:modified xsi:type="dcterms:W3CDTF">2017-01-18T05:14:05Z</dcterms:modified>
</cp:coreProperties>
</file>